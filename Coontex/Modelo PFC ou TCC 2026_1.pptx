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>
      <p:cViewPr>
        <p:scale>
          <a:sx n="70" d="100"/>
          <a:sy n="70" d="100"/>
        </p:scale>
        <p:origin x="4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A3236E-3C6B-4A6A-83EA-3C5C3CFC46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401FD4-4A9A-4B35-8B4A-6D2996D000F5}">
      <dgm:prSet/>
      <dgm:spPr>
        <a:solidFill>
          <a:srgbClr val="224235"/>
        </a:solidFill>
      </dgm:spPr>
      <dgm:t>
        <a:bodyPr/>
        <a:lstStyle/>
        <a:p>
          <a:r>
            <a:rPr lang="pt-BR" dirty="0"/>
            <a:t>Tamanho mínimo 20, tipo de letra legível;</a:t>
          </a:r>
          <a:endParaRPr lang="en-US" dirty="0"/>
        </a:p>
      </dgm:t>
    </dgm:pt>
    <dgm:pt modelId="{E842314A-C6DB-4FEC-AAE0-E77A5067ADC0}" type="parTrans" cxnId="{35ECD327-86F2-4920-9F9D-B30D22F518AE}">
      <dgm:prSet/>
      <dgm:spPr/>
      <dgm:t>
        <a:bodyPr/>
        <a:lstStyle/>
        <a:p>
          <a:endParaRPr lang="en-US"/>
        </a:p>
      </dgm:t>
    </dgm:pt>
    <dgm:pt modelId="{66836E26-73E8-4B31-8267-068D8664AF20}" type="sibTrans" cxnId="{35ECD327-86F2-4920-9F9D-B30D22F518AE}">
      <dgm:prSet/>
      <dgm:spPr/>
      <dgm:t>
        <a:bodyPr/>
        <a:lstStyle/>
        <a:p>
          <a:endParaRPr lang="en-US"/>
        </a:p>
      </dgm:t>
    </dgm:pt>
    <dgm:pt modelId="{62115C31-CBB6-47AF-8E97-31F54EB80B01}">
      <dgm:prSet/>
      <dgm:spPr>
        <a:solidFill>
          <a:srgbClr val="224235"/>
        </a:solidFill>
      </dgm:spPr>
      <dgm:t>
        <a:bodyPr/>
        <a:lstStyle/>
        <a:p>
          <a:r>
            <a:rPr lang="pt-BR" dirty="0"/>
            <a:t>Pouco texto, com tópicos ou parágrafos resumidos do que será falado – se houver necessidade de anotação da fala para lembrete, usar o campo “</a:t>
          </a:r>
          <a:r>
            <a:rPr lang="pt-BR" b="1" u="sng" dirty="0"/>
            <a:t>Anotações</a:t>
          </a:r>
          <a:r>
            <a:rPr lang="pt-BR" dirty="0"/>
            <a:t>” que fica logo abaixo do slide;</a:t>
          </a:r>
          <a:endParaRPr lang="en-US" dirty="0"/>
        </a:p>
      </dgm:t>
    </dgm:pt>
    <dgm:pt modelId="{99527EA3-2431-4DE7-AF12-67089E84999C}" type="parTrans" cxnId="{25576852-1051-4E4C-8C3D-87E72EDB6C26}">
      <dgm:prSet/>
      <dgm:spPr/>
      <dgm:t>
        <a:bodyPr/>
        <a:lstStyle/>
        <a:p>
          <a:endParaRPr lang="en-US"/>
        </a:p>
      </dgm:t>
    </dgm:pt>
    <dgm:pt modelId="{97361238-7E4C-4935-8649-4794258C6C8F}" type="sibTrans" cxnId="{25576852-1051-4E4C-8C3D-87E72EDB6C26}">
      <dgm:prSet/>
      <dgm:spPr/>
      <dgm:t>
        <a:bodyPr/>
        <a:lstStyle/>
        <a:p>
          <a:endParaRPr lang="en-US"/>
        </a:p>
      </dgm:t>
    </dgm:pt>
    <dgm:pt modelId="{3B370A66-FA11-48A5-A9AB-C27FE8EB4C62}">
      <dgm:prSet/>
      <dgm:spPr>
        <a:solidFill>
          <a:srgbClr val="224235"/>
        </a:solidFill>
      </dgm:spPr>
      <dgm:t>
        <a:bodyPr/>
        <a:lstStyle/>
        <a:p>
          <a:r>
            <a:rPr lang="pt-BR" dirty="0"/>
            <a:t>Imagens com boa qualidade e bem posicionadas;</a:t>
          </a:r>
          <a:endParaRPr lang="en-US" dirty="0"/>
        </a:p>
      </dgm:t>
    </dgm:pt>
    <dgm:pt modelId="{61FF95BD-508C-4C32-A1F8-D144C762EDDB}" type="parTrans" cxnId="{7A36301D-AD96-4573-AFB1-BDCDA9FD47AB}">
      <dgm:prSet/>
      <dgm:spPr/>
      <dgm:t>
        <a:bodyPr/>
        <a:lstStyle/>
        <a:p>
          <a:endParaRPr lang="en-US"/>
        </a:p>
      </dgm:t>
    </dgm:pt>
    <dgm:pt modelId="{390AD285-EBB2-41F9-9169-E487CB84B856}" type="sibTrans" cxnId="{7A36301D-AD96-4573-AFB1-BDCDA9FD47AB}">
      <dgm:prSet/>
      <dgm:spPr/>
      <dgm:t>
        <a:bodyPr/>
        <a:lstStyle/>
        <a:p>
          <a:endParaRPr lang="en-US"/>
        </a:p>
      </dgm:t>
    </dgm:pt>
    <dgm:pt modelId="{FA5F9A5F-5892-4711-99A2-3298D880C82B}">
      <dgm:prSet/>
      <dgm:spPr>
        <a:solidFill>
          <a:srgbClr val="224235"/>
        </a:solidFill>
      </dgm:spPr>
      <dgm:t>
        <a:bodyPr/>
        <a:lstStyle/>
        <a:p>
          <a:r>
            <a:rPr lang="pt-BR"/>
            <a:t>Imagens servem para destacar o assunto principal do slide ou explicar um detalhe ou esquema;</a:t>
          </a:r>
          <a:endParaRPr lang="en-US"/>
        </a:p>
      </dgm:t>
    </dgm:pt>
    <dgm:pt modelId="{5F93D9DF-8B85-4CF2-9D9A-BDBD5AFCEA00}" type="parTrans" cxnId="{3742DEBE-56A5-4993-99AA-A83091892491}">
      <dgm:prSet/>
      <dgm:spPr/>
      <dgm:t>
        <a:bodyPr/>
        <a:lstStyle/>
        <a:p>
          <a:endParaRPr lang="en-US"/>
        </a:p>
      </dgm:t>
    </dgm:pt>
    <dgm:pt modelId="{30026E43-28F9-4BE7-A5C9-DA7B2FB98790}" type="sibTrans" cxnId="{3742DEBE-56A5-4993-99AA-A83091892491}">
      <dgm:prSet/>
      <dgm:spPr/>
      <dgm:t>
        <a:bodyPr/>
        <a:lstStyle/>
        <a:p>
          <a:endParaRPr lang="en-US"/>
        </a:p>
      </dgm:t>
    </dgm:pt>
    <dgm:pt modelId="{D9F43B2D-CA3F-401B-A716-D0F48F0FA8D4}">
      <dgm:prSet/>
      <dgm:spPr>
        <a:solidFill>
          <a:srgbClr val="224235"/>
        </a:solidFill>
      </dgm:spPr>
      <dgm:t>
        <a:bodyPr/>
        <a:lstStyle/>
        <a:p>
          <a:r>
            <a:rPr lang="pt-BR" dirty="0"/>
            <a:t>TEMPO MÁXIMO DE APRESENTAÇÃO DE 15 minutos e 5 minutos de perguntas</a:t>
          </a:r>
          <a:endParaRPr lang="en-US" dirty="0"/>
        </a:p>
      </dgm:t>
    </dgm:pt>
    <dgm:pt modelId="{A9C24139-738A-45C3-8950-5E3242A28288}" type="parTrans" cxnId="{29A2D133-3A95-4F95-BD77-3314E755A02B}">
      <dgm:prSet/>
      <dgm:spPr/>
      <dgm:t>
        <a:bodyPr/>
        <a:lstStyle/>
        <a:p>
          <a:endParaRPr lang="en-US"/>
        </a:p>
      </dgm:t>
    </dgm:pt>
    <dgm:pt modelId="{312F560A-3BC0-47CC-AB09-459C4EB73BFA}" type="sibTrans" cxnId="{29A2D133-3A95-4F95-BD77-3314E755A02B}">
      <dgm:prSet/>
      <dgm:spPr/>
      <dgm:t>
        <a:bodyPr/>
        <a:lstStyle/>
        <a:p>
          <a:endParaRPr lang="en-US"/>
        </a:p>
      </dgm:t>
    </dgm:pt>
    <dgm:pt modelId="{57BB639F-EB95-4A8F-A0EB-831A9B8CE228}">
      <dgm:prSet/>
      <dgm:spPr>
        <a:solidFill>
          <a:srgbClr val="224235"/>
        </a:solidFill>
      </dgm:spPr>
      <dgm:t>
        <a:bodyPr/>
        <a:lstStyle/>
        <a:p>
          <a:r>
            <a:rPr lang="pt-BR"/>
            <a:t>APAGAR ESTE SLIDE</a:t>
          </a:r>
          <a:endParaRPr lang="en-US"/>
        </a:p>
      </dgm:t>
    </dgm:pt>
    <dgm:pt modelId="{C2BDA8ED-8560-46C1-AA73-78C984C0502E}" type="parTrans" cxnId="{6076DCCE-9514-419A-BF05-61F049C4070B}">
      <dgm:prSet/>
      <dgm:spPr/>
      <dgm:t>
        <a:bodyPr/>
        <a:lstStyle/>
        <a:p>
          <a:endParaRPr lang="en-US"/>
        </a:p>
      </dgm:t>
    </dgm:pt>
    <dgm:pt modelId="{8F2BFF21-370D-4664-ADCA-CCC35F5E822C}" type="sibTrans" cxnId="{6076DCCE-9514-419A-BF05-61F049C4070B}">
      <dgm:prSet/>
      <dgm:spPr/>
      <dgm:t>
        <a:bodyPr/>
        <a:lstStyle/>
        <a:p>
          <a:endParaRPr lang="en-US"/>
        </a:p>
      </dgm:t>
    </dgm:pt>
    <dgm:pt modelId="{C5DE3998-C0DF-45AE-871F-4D17E5EE5E49}" type="pres">
      <dgm:prSet presAssocID="{BEA3236E-3C6B-4A6A-83EA-3C5C3CFC4682}" presName="linear" presStyleCnt="0">
        <dgm:presLayoutVars>
          <dgm:animLvl val="lvl"/>
          <dgm:resizeHandles val="exact"/>
        </dgm:presLayoutVars>
      </dgm:prSet>
      <dgm:spPr/>
    </dgm:pt>
    <dgm:pt modelId="{B4F1730A-E833-4CA2-BF91-888C8C9EF5FD}" type="pres">
      <dgm:prSet presAssocID="{AB401FD4-4A9A-4B35-8B4A-6D2996D000F5}" presName="parentText" presStyleLbl="node1" presStyleIdx="0" presStyleCnt="6" custLinFactY="-12093" custLinFactNeighborX="-2359" custLinFactNeighborY="-100000">
        <dgm:presLayoutVars>
          <dgm:chMax val="0"/>
          <dgm:bulletEnabled val="1"/>
        </dgm:presLayoutVars>
      </dgm:prSet>
      <dgm:spPr/>
    </dgm:pt>
    <dgm:pt modelId="{136ED980-FC4B-48A6-B4F3-EF88EF94032A}" type="pres">
      <dgm:prSet presAssocID="{66836E26-73E8-4B31-8267-068D8664AF20}" presName="spacer" presStyleCnt="0"/>
      <dgm:spPr/>
    </dgm:pt>
    <dgm:pt modelId="{FC2A3215-1FC5-4B04-BE6C-336A4ADC0038}" type="pres">
      <dgm:prSet presAssocID="{62115C31-CBB6-47AF-8E97-31F54EB80B0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E8ABA00-106B-4978-B73B-4B57ADBECB09}" type="pres">
      <dgm:prSet presAssocID="{97361238-7E4C-4935-8649-4794258C6C8F}" presName="spacer" presStyleCnt="0"/>
      <dgm:spPr/>
    </dgm:pt>
    <dgm:pt modelId="{CBE3BB8B-10D2-4F3F-8A2A-B880F47EE556}" type="pres">
      <dgm:prSet presAssocID="{3B370A66-FA11-48A5-A9AB-C27FE8EB4C6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4AD225D-9B39-44D7-8CCC-6A5C9DC5238D}" type="pres">
      <dgm:prSet presAssocID="{390AD285-EBB2-41F9-9169-E487CB84B856}" presName="spacer" presStyleCnt="0"/>
      <dgm:spPr/>
    </dgm:pt>
    <dgm:pt modelId="{25F57233-FC72-45EA-915C-F4796E12E884}" type="pres">
      <dgm:prSet presAssocID="{FA5F9A5F-5892-4711-99A2-3298D880C82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F6FE27D-3A8B-4CCB-A55B-E0E8C8C00F1B}" type="pres">
      <dgm:prSet presAssocID="{30026E43-28F9-4BE7-A5C9-DA7B2FB98790}" presName="spacer" presStyleCnt="0"/>
      <dgm:spPr/>
    </dgm:pt>
    <dgm:pt modelId="{0330B4B4-2738-4192-BE65-33D6CA60EA49}" type="pres">
      <dgm:prSet presAssocID="{D9F43B2D-CA3F-401B-A716-D0F48F0FA8D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B09858F-CB99-4CAC-B672-911FBD0418EA}" type="pres">
      <dgm:prSet presAssocID="{312F560A-3BC0-47CC-AB09-459C4EB73BFA}" presName="spacer" presStyleCnt="0"/>
      <dgm:spPr/>
    </dgm:pt>
    <dgm:pt modelId="{C0CDC602-109A-4B40-924F-5416FF3487F2}" type="pres">
      <dgm:prSet presAssocID="{57BB639F-EB95-4A8F-A0EB-831A9B8CE22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20FB419-B0EF-40D1-B03B-3F95B6142C10}" type="presOf" srcId="{3B370A66-FA11-48A5-A9AB-C27FE8EB4C62}" destId="{CBE3BB8B-10D2-4F3F-8A2A-B880F47EE556}" srcOrd="0" destOrd="0" presId="urn:microsoft.com/office/officeart/2005/8/layout/vList2"/>
    <dgm:cxn modelId="{7A36301D-AD96-4573-AFB1-BDCDA9FD47AB}" srcId="{BEA3236E-3C6B-4A6A-83EA-3C5C3CFC4682}" destId="{3B370A66-FA11-48A5-A9AB-C27FE8EB4C62}" srcOrd="2" destOrd="0" parTransId="{61FF95BD-508C-4C32-A1F8-D144C762EDDB}" sibTransId="{390AD285-EBB2-41F9-9169-E487CB84B856}"/>
    <dgm:cxn modelId="{35ECD327-86F2-4920-9F9D-B30D22F518AE}" srcId="{BEA3236E-3C6B-4A6A-83EA-3C5C3CFC4682}" destId="{AB401FD4-4A9A-4B35-8B4A-6D2996D000F5}" srcOrd="0" destOrd="0" parTransId="{E842314A-C6DB-4FEC-AAE0-E77A5067ADC0}" sibTransId="{66836E26-73E8-4B31-8267-068D8664AF20}"/>
    <dgm:cxn modelId="{29A2D133-3A95-4F95-BD77-3314E755A02B}" srcId="{BEA3236E-3C6B-4A6A-83EA-3C5C3CFC4682}" destId="{D9F43B2D-CA3F-401B-A716-D0F48F0FA8D4}" srcOrd="4" destOrd="0" parTransId="{A9C24139-738A-45C3-8950-5E3242A28288}" sibTransId="{312F560A-3BC0-47CC-AB09-459C4EB73BFA}"/>
    <dgm:cxn modelId="{8B5A6D68-6141-4114-984A-41BE6FD280BD}" type="presOf" srcId="{FA5F9A5F-5892-4711-99A2-3298D880C82B}" destId="{25F57233-FC72-45EA-915C-F4796E12E884}" srcOrd="0" destOrd="0" presId="urn:microsoft.com/office/officeart/2005/8/layout/vList2"/>
    <dgm:cxn modelId="{9066386C-4655-4DDA-9798-D0ED2E983DA9}" type="presOf" srcId="{D9F43B2D-CA3F-401B-A716-D0F48F0FA8D4}" destId="{0330B4B4-2738-4192-BE65-33D6CA60EA49}" srcOrd="0" destOrd="0" presId="urn:microsoft.com/office/officeart/2005/8/layout/vList2"/>
    <dgm:cxn modelId="{7A5C8370-B411-4930-8565-797DDC2FA593}" type="presOf" srcId="{57BB639F-EB95-4A8F-A0EB-831A9B8CE228}" destId="{C0CDC602-109A-4B40-924F-5416FF3487F2}" srcOrd="0" destOrd="0" presId="urn:microsoft.com/office/officeart/2005/8/layout/vList2"/>
    <dgm:cxn modelId="{25576852-1051-4E4C-8C3D-87E72EDB6C26}" srcId="{BEA3236E-3C6B-4A6A-83EA-3C5C3CFC4682}" destId="{62115C31-CBB6-47AF-8E97-31F54EB80B01}" srcOrd="1" destOrd="0" parTransId="{99527EA3-2431-4DE7-AF12-67089E84999C}" sibTransId="{97361238-7E4C-4935-8649-4794258C6C8F}"/>
    <dgm:cxn modelId="{ADEC9C7B-E760-4F1D-9117-018A49CAFC31}" type="presOf" srcId="{62115C31-CBB6-47AF-8E97-31F54EB80B01}" destId="{FC2A3215-1FC5-4B04-BE6C-336A4ADC0038}" srcOrd="0" destOrd="0" presId="urn:microsoft.com/office/officeart/2005/8/layout/vList2"/>
    <dgm:cxn modelId="{F23DC1B4-BB45-405D-9834-EBA1D3DFDB96}" type="presOf" srcId="{AB401FD4-4A9A-4B35-8B4A-6D2996D000F5}" destId="{B4F1730A-E833-4CA2-BF91-888C8C9EF5FD}" srcOrd="0" destOrd="0" presId="urn:microsoft.com/office/officeart/2005/8/layout/vList2"/>
    <dgm:cxn modelId="{3742DEBE-56A5-4993-99AA-A83091892491}" srcId="{BEA3236E-3C6B-4A6A-83EA-3C5C3CFC4682}" destId="{FA5F9A5F-5892-4711-99A2-3298D880C82B}" srcOrd="3" destOrd="0" parTransId="{5F93D9DF-8B85-4CF2-9D9A-BDBD5AFCEA00}" sibTransId="{30026E43-28F9-4BE7-A5C9-DA7B2FB98790}"/>
    <dgm:cxn modelId="{6076DCCE-9514-419A-BF05-61F049C4070B}" srcId="{BEA3236E-3C6B-4A6A-83EA-3C5C3CFC4682}" destId="{57BB639F-EB95-4A8F-A0EB-831A9B8CE228}" srcOrd="5" destOrd="0" parTransId="{C2BDA8ED-8560-46C1-AA73-78C984C0502E}" sibTransId="{8F2BFF21-370D-4664-ADCA-CCC35F5E822C}"/>
    <dgm:cxn modelId="{D929ADEE-94EC-416E-A8DF-559CA1304833}" type="presOf" srcId="{BEA3236E-3C6B-4A6A-83EA-3C5C3CFC4682}" destId="{C5DE3998-C0DF-45AE-871F-4D17E5EE5E49}" srcOrd="0" destOrd="0" presId="urn:microsoft.com/office/officeart/2005/8/layout/vList2"/>
    <dgm:cxn modelId="{508612D2-B66E-4B96-AE87-1015ECC08631}" type="presParOf" srcId="{C5DE3998-C0DF-45AE-871F-4D17E5EE5E49}" destId="{B4F1730A-E833-4CA2-BF91-888C8C9EF5FD}" srcOrd="0" destOrd="0" presId="urn:microsoft.com/office/officeart/2005/8/layout/vList2"/>
    <dgm:cxn modelId="{B392030F-1A4D-4599-8437-30962C48A8FE}" type="presParOf" srcId="{C5DE3998-C0DF-45AE-871F-4D17E5EE5E49}" destId="{136ED980-FC4B-48A6-B4F3-EF88EF94032A}" srcOrd="1" destOrd="0" presId="urn:microsoft.com/office/officeart/2005/8/layout/vList2"/>
    <dgm:cxn modelId="{73D7B2F5-C8C9-4E46-8419-6169C9B141D7}" type="presParOf" srcId="{C5DE3998-C0DF-45AE-871F-4D17E5EE5E49}" destId="{FC2A3215-1FC5-4B04-BE6C-336A4ADC0038}" srcOrd="2" destOrd="0" presId="urn:microsoft.com/office/officeart/2005/8/layout/vList2"/>
    <dgm:cxn modelId="{7DE1D8B3-9824-495E-BE3C-ED76162836C8}" type="presParOf" srcId="{C5DE3998-C0DF-45AE-871F-4D17E5EE5E49}" destId="{CE8ABA00-106B-4978-B73B-4B57ADBECB09}" srcOrd="3" destOrd="0" presId="urn:microsoft.com/office/officeart/2005/8/layout/vList2"/>
    <dgm:cxn modelId="{87CA1EC1-6BF2-4D0A-A456-C9C9122755B5}" type="presParOf" srcId="{C5DE3998-C0DF-45AE-871F-4D17E5EE5E49}" destId="{CBE3BB8B-10D2-4F3F-8A2A-B880F47EE556}" srcOrd="4" destOrd="0" presId="urn:microsoft.com/office/officeart/2005/8/layout/vList2"/>
    <dgm:cxn modelId="{778FDD39-11AB-40FE-AB9D-F7C1910396D6}" type="presParOf" srcId="{C5DE3998-C0DF-45AE-871F-4D17E5EE5E49}" destId="{14AD225D-9B39-44D7-8CCC-6A5C9DC5238D}" srcOrd="5" destOrd="0" presId="urn:microsoft.com/office/officeart/2005/8/layout/vList2"/>
    <dgm:cxn modelId="{64A1D3E7-0950-472B-87FD-7EC5568150A6}" type="presParOf" srcId="{C5DE3998-C0DF-45AE-871F-4D17E5EE5E49}" destId="{25F57233-FC72-45EA-915C-F4796E12E884}" srcOrd="6" destOrd="0" presId="urn:microsoft.com/office/officeart/2005/8/layout/vList2"/>
    <dgm:cxn modelId="{A5790763-60A7-4828-9224-87F68C5EDD54}" type="presParOf" srcId="{C5DE3998-C0DF-45AE-871F-4D17E5EE5E49}" destId="{5F6FE27D-3A8B-4CCB-A55B-E0E8C8C00F1B}" srcOrd="7" destOrd="0" presId="urn:microsoft.com/office/officeart/2005/8/layout/vList2"/>
    <dgm:cxn modelId="{DE62413E-6A31-4C13-AAAC-62EA00DDB735}" type="presParOf" srcId="{C5DE3998-C0DF-45AE-871F-4D17E5EE5E49}" destId="{0330B4B4-2738-4192-BE65-33D6CA60EA49}" srcOrd="8" destOrd="0" presId="urn:microsoft.com/office/officeart/2005/8/layout/vList2"/>
    <dgm:cxn modelId="{C7EEFB98-90B7-4862-A602-6053A516E05C}" type="presParOf" srcId="{C5DE3998-C0DF-45AE-871F-4D17E5EE5E49}" destId="{9B09858F-CB99-4CAC-B672-911FBD0418EA}" srcOrd="9" destOrd="0" presId="urn:microsoft.com/office/officeart/2005/8/layout/vList2"/>
    <dgm:cxn modelId="{B2C7176C-F3CD-4557-978C-152E72BA7F12}" type="presParOf" srcId="{C5DE3998-C0DF-45AE-871F-4D17E5EE5E49}" destId="{C0CDC602-109A-4B40-924F-5416FF3487F2}" srcOrd="10" destOrd="0" presId="urn:microsoft.com/office/officeart/2005/8/layout/vList2"/>
  </dgm:cxnLst>
  <dgm:bg>
    <a:solidFill>
      <a:srgbClr val="224235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1730A-E833-4CA2-BF91-888C8C9EF5FD}">
      <dsp:nvSpPr>
        <dsp:cNvPr id="0" name=""/>
        <dsp:cNvSpPr/>
      </dsp:nvSpPr>
      <dsp:spPr>
        <a:xfrm>
          <a:off x="0" y="0"/>
          <a:ext cx="10118365" cy="595877"/>
        </a:xfrm>
        <a:prstGeom prst="roundRect">
          <a:avLst/>
        </a:prstGeom>
        <a:solidFill>
          <a:srgbClr val="22423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Tamanho mínimo 20, tipo de letra legível;</a:t>
          </a:r>
          <a:endParaRPr lang="en-US" sz="1500" kern="1200" dirty="0"/>
        </a:p>
      </dsp:txBody>
      <dsp:txXfrm>
        <a:off x="29088" y="29088"/>
        <a:ext cx="10060189" cy="537701"/>
      </dsp:txXfrm>
    </dsp:sp>
    <dsp:sp modelId="{FC2A3215-1FC5-4B04-BE6C-336A4ADC0038}">
      <dsp:nvSpPr>
        <dsp:cNvPr id="0" name=""/>
        <dsp:cNvSpPr/>
      </dsp:nvSpPr>
      <dsp:spPr>
        <a:xfrm>
          <a:off x="0" y="736551"/>
          <a:ext cx="10118365" cy="595877"/>
        </a:xfrm>
        <a:prstGeom prst="roundRect">
          <a:avLst/>
        </a:prstGeom>
        <a:solidFill>
          <a:srgbClr val="22423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Pouco texto, com tópicos ou parágrafos resumidos do que será falado – se houver necessidade de anotação da fala para lembrete, usar o campo “</a:t>
          </a:r>
          <a:r>
            <a:rPr lang="pt-BR" sz="1500" b="1" u="sng" kern="1200" dirty="0"/>
            <a:t>Anotações</a:t>
          </a:r>
          <a:r>
            <a:rPr lang="pt-BR" sz="1500" kern="1200" dirty="0"/>
            <a:t>” que fica logo abaixo do slide;</a:t>
          </a:r>
          <a:endParaRPr lang="en-US" sz="1500" kern="1200" dirty="0"/>
        </a:p>
      </dsp:txBody>
      <dsp:txXfrm>
        <a:off x="29088" y="765639"/>
        <a:ext cx="10060189" cy="537701"/>
      </dsp:txXfrm>
    </dsp:sp>
    <dsp:sp modelId="{CBE3BB8B-10D2-4F3F-8A2A-B880F47EE556}">
      <dsp:nvSpPr>
        <dsp:cNvPr id="0" name=""/>
        <dsp:cNvSpPr/>
      </dsp:nvSpPr>
      <dsp:spPr>
        <a:xfrm>
          <a:off x="0" y="1375629"/>
          <a:ext cx="10118365" cy="595877"/>
        </a:xfrm>
        <a:prstGeom prst="roundRect">
          <a:avLst/>
        </a:prstGeom>
        <a:solidFill>
          <a:srgbClr val="22423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Imagens com boa qualidade e bem posicionadas;</a:t>
          </a:r>
          <a:endParaRPr lang="en-US" sz="1500" kern="1200" dirty="0"/>
        </a:p>
      </dsp:txBody>
      <dsp:txXfrm>
        <a:off x="29088" y="1404717"/>
        <a:ext cx="10060189" cy="537701"/>
      </dsp:txXfrm>
    </dsp:sp>
    <dsp:sp modelId="{25F57233-FC72-45EA-915C-F4796E12E884}">
      <dsp:nvSpPr>
        <dsp:cNvPr id="0" name=""/>
        <dsp:cNvSpPr/>
      </dsp:nvSpPr>
      <dsp:spPr>
        <a:xfrm>
          <a:off x="0" y="2014706"/>
          <a:ext cx="10118365" cy="595877"/>
        </a:xfrm>
        <a:prstGeom prst="roundRect">
          <a:avLst/>
        </a:prstGeom>
        <a:solidFill>
          <a:srgbClr val="22423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Imagens servem para destacar o assunto principal do slide ou explicar um detalhe ou esquema;</a:t>
          </a:r>
          <a:endParaRPr lang="en-US" sz="1500" kern="1200"/>
        </a:p>
      </dsp:txBody>
      <dsp:txXfrm>
        <a:off x="29088" y="2043794"/>
        <a:ext cx="10060189" cy="537701"/>
      </dsp:txXfrm>
    </dsp:sp>
    <dsp:sp modelId="{0330B4B4-2738-4192-BE65-33D6CA60EA49}">
      <dsp:nvSpPr>
        <dsp:cNvPr id="0" name=""/>
        <dsp:cNvSpPr/>
      </dsp:nvSpPr>
      <dsp:spPr>
        <a:xfrm>
          <a:off x="0" y="2653783"/>
          <a:ext cx="10118365" cy="595877"/>
        </a:xfrm>
        <a:prstGeom prst="roundRect">
          <a:avLst/>
        </a:prstGeom>
        <a:solidFill>
          <a:srgbClr val="22423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TEMPO MÁXIMO DE APRESENTAÇÃO DE 15 minutos e 5 minutos de perguntas</a:t>
          </a:r>
          <a:endParaRPr lang="en-US" sz="1500" kern="1200" dirty="0"/>
        </a:p>
      </dsp:txBody>
      <dsp:txXfrm>
        <a:off x="29088" y="2682871"/>
        <a:ext cx="10060189" cy="537701"/>
      </dsp:txXfrm>
    </dsp:sp>
    <dsp:sp modelId="{C0CDC602-109A-4B40-924F-5416FF3487F2}">
      <dsp:nvSpPr>
        <dsp:cNvPr id="0" name=""/>
        <dsp:cNvSpPr/>
      </dsp:nvSpPr>
      <dsp:spPr>
        <a:xfrm>
          <a:off x="0" y="3292861"/>
          <a:ext cx="10118365" cy="595877"/>
        </a:xfrm>
        <a:prstGeom prst="roundRect">
          <a:avLst/>
        </a:prstGeom>
        <a:solidFill>
          <a:srgbClr val="22423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APAGAR ESTE SLIDE</a:t>
          </a:r>
          <a:endParaRPr lang="en-US" sz="1500" kern="1200"/>
        </a:p>
      </dsp:txBody>
      <dsp:txXfrm>
        <a:off x="29088" y="3321949"/>
        <a:ext cx="10060189" cy="537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C1898-E4C7-4A35-8733-9DA11AFFFBC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A48DE-9AA8-44D4-8015-59C1CA514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34C2-FD8D-471E-9066-3111DA1950DD}" type="datetime1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75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E5D26-6BEE-4342-AA2A-5C44B69646F9}" type="datetime1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45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3A292-AA47-4AC9-9634-52A4F9FEE699}" type="datetime1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322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7D0B-EAFE-4B8E-9B74-7023C290079B}" type="datetime1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7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441D-731A-4103-9309-D0C3FBB7F86F}" type="datetime1">
              <a:rPr lang="pt-BR" smtClean="0"/>
              <a:t>10/02/2026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0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1F10-A1F2-41F3-AD8C-F0D091794282}" type="datetime1">
              <a:rPr lang="pt-BR" smtClean="0"/>
              <a:t>10/02/2026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4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3E40-3CA1-4CA0-8D56-EE2651156721}" type="datetime1">
              <a:rPr lang="pt-BR" smtClean="0"/>
              <a:t>10/02/2026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7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88907-7400-4E7C-BC18-CC552DAB9E37}" type="datetime1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5353-6E82-4214-A056-7A7C59E93407}" type="datetime1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44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F7F8-4177-47A1-8DAC-4E7577BE451C}" type="datetime1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43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1B415-8E88-42AA-9567-9A3FA125C51C}" type="datetime1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2026.1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16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E907E-5671-4457-9CF4-9B488E661CF4}" type="datetime1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2026.1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2DE34-5834-2F45-8802-6E9CF6796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37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096000" y="4761119"/>
            <a:ext cx="5482728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Nome do aluno:   </a:t>
            </a:r>
          </a:p>
          <a:p>
            <a:r>
              <a:rPr lang="pt-BR" dirty="0"/>
              <a:t>Professor orientador: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E9515A-D66E-4B7F-9D06-2625F112E367}"/>
              </a:ext>
            </a:extLst>
          </p:cNvPr>
          <p:cNvSpPr txBox="1"/>
          <p:nvPr/>
        </p:nvSpPr>
        <p:spPr>
          <a:xfrm>
            <a:off x="493923" y="2782669"/>
            <a:ext cx="11204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Título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A274C3E3-5C31-491E-8A23-FC1299A6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2026.1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D165D8D-03D9-3529-A6D2-28F82809395B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931A63F1-0EAB-D405-5AA3-5850D6B09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E8565CA3-1013-8150-8CB9-4AE91F541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8693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DB0F8A2-46A3-0C56-93CE-618AFBAE2DB3}"/>
              </a:ext>
            </a:extLst>
          </p:cNvPr>
          <p:cNvSpPr txBox="1">
            <a:spLocks/>
          </p:cNvSpPr>
          <p:nvPr/>
        </p:nvSpPr>
        <p:spPr>
          <a:xfrm>
            <a:off x="503517" y="1324729"/>
            <a:ext cx="11394831" cy="132556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latin typeface="+mn-lt"/>
              </a:rPr>
              <a:t>Título do Slide com tamanho mínimo de 36 e direto ao assunto</a:t>
            </a:r>
          </a:p>
        </p:txBody>
      </p:sp>
      <p:graphicFrame>
        <p:nvGraphicFramePr>
          <p:cNvPr id="8" name="Espaço Reservado para Conteúdo 2">
            <a:extLst>
              <a:ext uri="{FF2B5EF4-FFF2-40B4-BE49-F238E27FC236}">
                <a16:creationId xmlns:a16="http://schemas.microsoft.com/office/drawing/2014/main" id="{D027404F-117D-665B-4A66-E88868385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7694305"/>
              </p:ext>
            </p:extLst>
          </p:nvPr>
        </p:nvGraphicFramePr>
        <p:xfrm>
          <a:off x="293652" y="2370137"/>
          <a:ext cx="10118365" cy="3986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Agrupar 8">
            <a:extLst>
              <a:ext uri="{FF2B5EF4-FFF2-40B4-BE49-F238E27FC236}">
                <a16:creationId xmlns:a16="http://schemas.microsoft.com/office/drawing/2014/main" id="{60F09B17-DEA0-667E-3C99-75D51C70CD0B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68FEDC01-B47E-C3C6-E554-09EF174BF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B0FDEA3-F79C-9709-5B88-E092E4F03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12" name="Espaço Reservado para Rodapé 8">
            <a:extLst>
              <a:ext uri="{FF2B5EF4-FFF2-40B4-BE49-F238E27FC236}">
                <a16:creationId xmlns:a16="http://schemas.microsoft.com/office/drawing/2014/main" id="{3CB8109C-9936-88D2-6D08-EFABEDEE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334295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E60CF-3A02-6914-7AD7-FAA71322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406619F9-90AF-6B27-9DC9-48D87FBF7F80}"/>
              </a:ext>
            </a:extLst>
          </p:cNvPr>
          <p:cNvGrpSpPr/>
          <p:nvPr/>
        </p:nvGrpSpPr>
        <p:grpSpPr>
          <a:xfrm>
            <a:off x="0" y="-7446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DC6A1C6E-EE1B-6F6C-D4AE-E352868DC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B2468BAA-579C-F62D-8249-2B91092CD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D452B8-D8E0-4A6D-E835-C3BC074E8DC3}"/>
              </a:ext>
            </a:extLst>
          </p:cNvPr>
          <p:cNvSpPr txBox="1"/>
          <p:nvPr/>
        </p:nvSpPr>
        <p:spPr>
          <a:xfrm>
            <a:off x="-373278" y="1047544"/>
            <a:ext cx="347472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pt-BR" sz="3600" b="1" dirty="0">
                <a:ea typeface="+mj-ea"/>
                <a:cs typeface="+mj-cs"/>
              </a:rPr>
              <a:t>INTRODUÇÃO</a:t>
            </a:r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699A27DE-92A6-DCE4-AD0D-956006BA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131571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7FC3B-563F-5B39-CDF8-9FA29019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92EDC532-C925-6596-D354-31FA3DD9F128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DFA5F835-CD49-343C-E52F-BE7A7AE6E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E05CA3C1-C2F7-5721-F3A5-2632B746F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98C7B2-4AEA-2ACF-F66C-83808BAB55D5}"/>
              </a:ext>
            </a:extLst>
          </p:cNvPr>
          <p:cNvSpPr txBox="1"/>
          <p:nvPr/>
        </p:nvSpPr>
        <p:spPr>
          <a:xfrm>
            <a:off x="-646234" y="1047544"/>
            <a:ext cx="347472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pt-BR" sz="3600" b="1" dirty="0"/>
              <a:t>OBJETIVOS</a:t>
            </a:r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5EF735FE-B242-06F8-393D-1BAF3F99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275091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859C8-4116-0294-E052-B014B386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E27D8353-6FDD-7AA8-D70D-11794E2F633D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508182A7-A3F7-00E8-CB8A-41FD3B7D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ED248DC7-D7D6-3482-F14F-EA78F05EB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505555-881E-BD41-B8E1-E4713BB8E2C9}"/>
              </a:ext>
            </a:extLst>
          </p:cNvPr>
          <p:cNvSpPr txBox="1"/>
          <p:nvPr/>
        </p:nvSpPr>
        <p:spPr>
          <a:xfrm>
            <a:off x="-482461" y="1049211"/>
            <a:ext cx="6373744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dirty="0"/>
              <a:t>FUNDAMENTAÇÃO TEÓRICA</a:t>
            </a:r>
            <a:endParaRPr lang="pt-BR" sz="3600" b="1" dirty="0"/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4FC0E212-981B-D4A0-ECF7-16B09852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162400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56A25-D709-D65A-7008-A506D3A65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463C0891-7F3A-87AA-5132-FE942339E997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8794E4CF-C3F6-58CC-67EF-9C5571740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1CAE840-119B-5F85-E0E5-C2B540E3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BD5CC6-192B-CC14-FBF2-F69A8BA51185}"/>
              </a:ext>
            </a:extLst>
          </p:cNvPr>
          <p:cNvSpPr txBox="1"/>
          <p:nvPr/>
        </p:nvSpPr>
        <p:spPr>
          <a:xfrm>
            <a:off x="-250449" y="1049211"/>
            <a:ext cx="347472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pt-BR" sz="3600" b="1" dirty="0"/>
              <a:t>METODOLOGIA</a:t>
            </a:r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2835A60D-A526-4697-C927-52F5A68C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176102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DF387-36B4-F870-2168-7C8FEC2F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62C1EB89-E172-1971-EED3-A928549A2BA6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77746808-C758-6433-B730-9C59BB632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7CBF9264-EFED-792C-6E46-1CB8DE28D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1F71D3-9618-0702-44B5-F73F8484025C}"/>
              </a:ext>
            </a:extLst>
          </p:cNvPr>
          <p:cNvSpPr txBox="1"/>
          <p:nvPr/>
        </p:nvSpPr>
        <p:spPr>
          <a:xfrm>
            <a:off x="-441517" y="1049211"/>
            <a:ext cx="347472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pt-BR" sz="3600" b="1" dirty="0">
                <a:ea typeface="+mj-ea"/>
                <a:cs typeface="+mj-cs"/>
              </a:rPr>
              <a:t>RESULTADOS</a:t>
            </a:r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C7C5132E-1B73-E107-D413-D321485B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1812931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F6F48-8058-7A70-C616-FD7B3C91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5183B222-0252-E98E-EF08-DA3D2BC1C215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2B550796-99A7-C465-B940-4CE216D52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E512736-682E-1ADB-DA96-0D8EC9835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79C57D-02BC-4AFE-C082-0595D94055B3}"/>
              </a:ext>
            </a:extLst>
          </p:cNvPr>
          <p:cNvSpPr txBox="1"/>
          <p:nvPr/>
        </p:nvSpPr>
        <p:spPr>
          <a:xfrm>
            <a:off x="-441517" y="1049211"/>
            <a:ext cx="347472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pt-BR" sz="3600" b="1" dirty="0">
                <a:ea typeface="+mj-ea"/>
                <a:cs typeface="+mj-cs"/>
              </a:rPr>
              <a:t>CONCLUSÕES</a:t>
            </a:r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796B06D0-2C7D-45D9-E205-81CA0C2B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302520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B46FE-8FAE-58EA-53F6-D3059498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6F65D495-4B81-8FA3-DD79-4B54DDCB7DCA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97C5D58-91EE-BB79-C345-A00D9C097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01A743CA-10F6-A66C-3CBF-36ECEC4D1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A391C6-5136-3984-9F9B-1757726B445B}"/>
              </a:ext>
            </a:extLst>
          </p:cNvPr>
          <p:cNvSpPr txBox="1"/>
          <p:nvPr/>
        </p:nvSpPr>
        <p:spPr>
          <a:xfrm>
            <a:off x="-441517" y="1049211"/>
            <a:ext cx="347472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pt-BR" sz="3600" b="1" dirty="0">
                <a:ea typeface="+mj-ea"/>
                <a:cs typeface="+mj-cs"/>
              </a:rPr>
              <a:t>REFERÊNCIAS</a:t>
            </a:r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7168175A-A31D-5E6A-D492-B37B9EC9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330629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6D8ED-1E4E-AB4C-A335-2D9DD7DF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7C4864A0-E13B-9895-0576-A7C27FC3E481}"/>
              </a:ext>
            </a:extLst>
          </p:cNvPr>
          <p:cNvGrpSpPr/>
          <p:nvPr/>
        </p:nvGrpSpPr>
        <p:grpSpPr>
          <a:xfrm>
            <a:off x="0" y="-5779"/>
            <a:ext cx="12192000" cy="1056657"/>
            <a:chOff x="0" y="-5779"/>
            <a:chExt cx="12192000" cy="1738886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4ED89CD3-FFBA-56EE-FD63-5740DE83C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5779"/>
              <a:ext cx="12192000" cy="173614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B0A0883-CDB3-6BEB-D1C1-339AC2B9E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065" y="0"/>
              <a:ext cx="10867869" cy="1733107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20A703-6476-941F-37C5-14AB6C9DE696}"/>
              </a:ext>
            </a:extLst>
          </p:cNvPr>
          <p:cNvSpPr txBox="1"/>
          <p:nvPr/>
        </p:nvSpPr>
        <p:spPr>
          <a:xfrm>
            <a:off x="-182211" y="1049211"/>
            <a:ext cx="4085469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pt-BR" sz="3600" b="1" dirty="0">
                <a:ea typeface="+mj-ea"/>
                <a:cs typeface="+mj-cs"/>
              </a:rPr>
              <a:t>AGRADECIMENTOS</a:t>
            </a:r>
          </a:p>
        </p:txBody>
      </p: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5536DE8D-D03A-274F-83FB-A3F33858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</p:spTree>
    <p:extLst>
      <p:ext uri="{BB962C8B-B14F-4D97-AF65-F5344CB8AC3E}">
        <p14:creationId xmlns:p14="http://schemas.microsoft.com/office/powerpoint/2010/main" val="178362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3000">
              <a:schemeClr val="bg1"/>
            </a:gs>
            <a:gs pos="69000">
              <a:schemeClr val="bg1"/>
            </a:gs>
            <a:gs pos="9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E6ACD-B51E-7F94-C35A-0EFC70413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136C1E09-C20F-3747-FB34-A9B9468B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2026.1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9AB5252-9520-CB65-D69B-42A5A59FE1B9}"/>
              </a:ext>
            </a:extLst>
          </p:cNvPr>
          <p:cNvGrpSpPr/>
          <p:nvPr/>
        </p:nvGrpSpPr>
        <p:grpSpPr>
          <a:xfrm>
            <a:off x="-1" y="-7447"/>
            <a:ext cx="12192001" cy="6881322"/>
            <a:chOff x="-1" y="-7447"/>
            <a:chExt cx="12192001" cy="6881322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6AA85482-620E-42C3-A438-944C5AB31C8C}"/>
                </a:ext>
              </a:extLst>
            </p:cNvPr>
            <p:cNvGrpSpPr/>
            <p:nvPr/>
          </p:nvGrpSpPr>
          <p:grpSpPr>
            <a:xfrm>
              <a:off x="0" y="-7447"/>
              <a:ext cx="12192000" cy="1056657"/>
              <a:chOff x="0" y="-5779"/>
              <a:chExt cx="12192000" cy="1738886"/>
            </a:xfrm>
          </p:grpSpPr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63D67672-7C9E-64C9-50E2-53D8A7C921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-5779"/>
                <a:ext cx="12192000" cy="1736143"/>
              </a:xfrm>
              <a:prstGeom prst="rect">
                <a:avLst/>
              </a:prstGeom>
            </p:spPr>
          </p:pic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2614505A-11C3-E316-0C4C-8254E22C65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065" y="0"/>
                <a:ext cx="10867869" cy="1733107"/>
              </a:xfrm>
              <a:prstGeom prst="rect">
                <a:avLst/>
              </a:prstGeom>
            </p:spPr>
          </p:pic>
        </p:grpSp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B02F67A5-FB93-9AF6-EAAB-C92619B3BEA4}"/>
                </a:ext>
              </a:extLst>
            </p:cNvPr>
            <p:cNvSpPr/>
            <p:nvPr/>
          </p:nvSpPr>
          <p:spPr>
            <a:xfrm>
              <a:off x="-1" y="1049210"/>
              <a:ext cx="12172949" cy="5824665"/>
            </a:xfrm>
            <a:prstGeom prst="rect">
              <a:avLst/>
            </a:prstGeom>
            <a:solidFill>
              <a:srgbClr val="2242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224235"/>
                </a:solidFill>
              </a:endParaRPr>
            </a:p>
          </p:txBody>
        </p:sp>
      </p:grp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93FFE3B-6165-581B-8218-E53E538AEDBD}"/>
              </a:ext>
            </a:extLst>
          </p:cNvPr>
          <p:cNvSpPr txBox="1">
            <a:spLocks/>
          </p:cNvSpPr>
          <p:nvPr/>
        </p:nvSpPr>
        <p:spPr>
          <a:xfrm>
            <a:off x="377482" y="2006233"/>
            <a:ext cx="114370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</a:rPr>
              <a:t>Nome Completo, e-mail de todos os integrantes.</a:t>
            </a:r>
          </a:p>
          <a:p>
            <a:r>
              <a:rPr lang="pt-BR" dirty="0">
                <a:solidFill>
                  <a:schemeClr val="bg1"/>
                </a:solidFill>
              </a:rPr>
              <a:t>Nome Completo, e-mail de todos os integrantes.</a:t>
            </a:r>
          </a:p>
          <a:p>
            <a:r>
              <a:rPr lang="pt-BR" dirty="0">
                <a:solidFill>
                  <a:schemeClr val="bg1"/>
                </a:solidFill>
              </a:rPr>
              <a:t>Nome Completo, e-mail de todos os integrantes.</a:t>
            </a:r>
          </a:p>
          <a:p>
            <a:r>
              <a:rPr lang="pt-BR" dirty="0">
                <a:solidFill>
                  <a:schemeClr val="bg1"/>
                </a:solidFill>
              </a:rPr>
              <a:t>Nome Completo, e-mail de todos os integrantes.</a:t>
            </a:r>
          </a:p>
          <a:p>
            <a:r>
              <a:rPr lang="pt-BR" dirty="0">
                <a:solidFill>
                  <a:schemeClr val="bg1"/>
                </a:solidFill>
              </a:rPr>
              <a:t>Nome Completo, e-mail de todos os integrantes.</a:t>
            </a:r>
          </a:p>
          <a:p>
            <a:r>
              <a:rPr lang="pt-BR" dirty="0">
                <a:solidFill>
                  <a:schemeClr val="bg1"/>
                </a:solidFill>
              </a:rPr>
              <a:t>Nome Completo, e-mail de todos os integrantes.</a:t>
            </a:r>
          </a:p>
          <a:p>
            <a:r>
              <a:rPr lang="pt-BR" dirty="0">
                <a:solidFill>
                  <a:schemeClr val="bg1"/>
                </a:solidFill>
              </a:rPr>
              <a:t>Nome Completo, e-mail de todos os integrantes.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506E6A-B4B6-3982-BADB-CD6DDB07B05A}"/>
              </a:ext>
            </a:extLst>
          </p:cNvPr>
          <p:cNvSpPr txBox="1"/>
          <p:nvPr/>
        </p:nvSpPr>
        <p:spPr>
          <a:xfrm>
            <a:off x="0" y="8594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a typeface="+mj-ea"/>
                <a:cs typeface="+mj-cs"/>
              </a:rPr>
              <a:t>CONTATOS</a:t>
            </a:r>
          </a:p>
        </p:txBody>
      </p:sp>
      <p:sp>
        <p:nvSpPr>
          <p:cNvPr id="7" name="Espaço Reservado para Rodapé 8">
            <a:extLst>
              <a:ext uri="{FF2B5EF4-FFF2-40B4-BE49-F238E27FC236}">
                <a16:creationId xmlns:a16="http://schemas.microsoft.com/office/drawing/2014/main" id="{B1F6E279-A504-B6F9-29DE-1A29B8D630D7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2026.1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826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605647-b51d-40bd-8d9f-29059420cb30">
      <Terms xmlns="http://schemas.microsoft.com/office/infopath/2007/PartnerControls"/>
    </lcf76f155ced4ddcb4097134ff3c332f>
    <TaxCatchAll xmlns="a2ed7b0a-acc9-48f3-840e-936a82b57d9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B7B471FE3B5684BA213D4303222D925" ma:contentTypeVersion="14" ma:contentTypeDescription="Crie um novo documento." ma:contentTypeScope="" ma:versionID="070a82790886955f98a558561fd288ef">
  <xsd:schema xmlns:xsd="http://www.w3.org/2001/XMLSchema" xmlns:xs="http://www.w3.org/2001/XMLSchema" xmlns:p="http://schemas.microsoft.com/office/2006/metadata/properties" xmlns:ns2="27605647-b51d-40bd-8d9f-29059420cb30" xmlns:ns3="a2ed7b0a-acc9-48f3-840e-936a82b57d98" targetNamespace="http://schemas.microsoft.com/office/2006/metadata/properties" ma:root="true" ma:fieldsID="4173f12f60ba189d6e7aab8c64257688" ns2:_="" ns3:_="">
    <xsd:import namespace="27605647-b51d-40bd-8d9f-29059420cb30"/>
    <xsd:import namespace="a2ed7b0a-acc9-48f3-840e-936a82b57d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05647-b51d-40bd-8d9f-29059420cb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93452b44-1852-45fa-b0d7-643bab6db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d7b0a-acc9-48f3-840e-936a82b57d9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8c2345-0491-49d6-8794-ce278f6f40dd}" ma:internalName="TaxCatchAll" ma:showField="CatchAllData" ma:web="a2ed7b0a-acc9-48f3-840e-936a82b57d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6462E3-B49E-4072-9AC0-AA5136EA2F1B}">
  <ds:schemaRefs>
    <ds:schemaRef ds:uri="http://schemas.microsoft.com/office/2006/metadata/properties"/>
    <ds:schemaRef ds:uri="http://schemas.microsoft.com/office/infopath/2007/PartnerControls"/>
    <ds:schemaRef ds:uri="27605647-b51d-40bd-8d9f-29059420cb30"/>
    <ds:schemaRef ds:uri="a2ed7b0a-acc9-48f3-840e-936a82b57d98"/>
  </ds:schemaRefs>
</ds:datastoreItem>
</file>

<file path=customXml/itemProps2.xml><?xml version="1.0" encoding="utf-8"?>
<ds:datastoreItem xmlns:ds="http://schemas.openxmlformats.org/officeDocument/2006/customXml" ds:itemID="{007DFA7F-6DE6-4C9C-A569-82FD68A4D6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C2A27F-E795-4085-B410-04C4D21D34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05647-b51d-40bd-8d9f-29059420cb30"/>
    <ds:schemaRef ds:uri="a2ed7b0a-acc9-48f3-840e-936a82b57d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189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FAM</dc:creator>
  <cp:lastModifiedBy>Marcos Paulo .</cp:lastModifiedBy>
  <cp:revision>8</cp:revision>
  <dcterms:created xsi:type="dcterms:W3CDTF">2023-07-10T20:02:00Z</dcterms:created>
  <dcterms:modified xsi:type="dcterms:W3CDTF">2026-02-10T14:01:48Z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0x0101006B7B471FE3B5684BA213D4303222D925</vt:lpwstr>
  </property>
</Properties>
</file>